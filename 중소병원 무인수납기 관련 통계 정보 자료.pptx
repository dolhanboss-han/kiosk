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802" y="-4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9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3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8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3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9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9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2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3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61234-88B8-470D-ABB0-B11096DAB4D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6B39E-372A-4258-A040-C8B8EF429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1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6CAFC-4B87-073A-025E-78494D095B79}"/>
              </a:ext>
            </a:extLst>
          </p:cNvPr>
          <p:cNvSpPr txBox="1"/>
          <p:nvPr/>
        </p:nvSpPr>
        <p:spPr>
          <a:xfrm>
            <a:off x="467544" y="332656"/>
            <a:ext cx="867645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① DB </a:t>
            </a:r>
            <a:r>
              <a:rPr lang="ko-KR" altLang="en-US" sz="800" dirty="0"/>
              <a:t>접속 정보</a:t>
            </a:r>
          </a:p>
          <a:p>
            <a:r>
              <a:rPr lang="ko-KR" altLang="en-US" sz="800" dirty="0"/>
              <a:t>   </a:t>
            </a:r>
            <a:r>
              <a:rPr lang="en-US" altLang="ko-KR" sz="800" dirty="0"/>
              <a:t>- Host, Port, DB</a:t>
            </a:r>
            <a:r>
              <a:rPr lang="ko-KR" altLang="en-US" sz="800" dirty="0"/>
              <a:t>명</a:t>
            </a:r>
            <a:r>
              <a:rPr lang="en-US" altLang="ko-KR" sz="800" dirty="0"/>
              <a:t>, </a:t>
            </a:r>
            <a:r>
              <a:rPr lang="ko-KR" altLang="en-US" sz="800" dirty="0"/>
              <a:t>계정</a:t>
            </a:r>
            <a:r>
              <a:rPr lang="en-US" altLang="ko-KR" sz="800" dirty="0"/>
              <a:t>, </a:t>
            </a:r>
            <a:r>
              <a:rPr lang="ko-KR" altLang="en-US" sz="800" dirty="0"/>
              <a:t>비밀번호</a:t>
            </a:r>
          </a:p>
          <a:p>
            <a:r>
              <a:rPr lang="ko-KR" altLang="en-US" sz="800" dirty="0"/>
              <a:t>   </a:t>
            </a:r>
            <a:r>
              <a:rPr lang="en-US" altLang="ko-KR" sz="800" dirty="0"/>
              <a:t>(</a:t>
            </a:r>
            <a:r>
              <a:rPr lang="ko-KR" altLang="en-US" sz="800" dirty="0"/>
              <a:t>비밀번호는 보안 채널로 별도 전달 부탁드립니다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r>
              <a:rPr lang="en-US" altLang="ko-KR" sz="800" dirty="0"/>
              <a:t>SQLCA_NSS_ID = '</a:t>
            </a:r>
            <a:r>
              <a:rPr lang="en-US" altLang="ko-KR" sz="800" dirty="0" err="1"/>
              <a:t>nssdb</a:t>
            </a:r>
            <a:r>
              <a:rPr lang="en-US" altLang="ko-KR" sz="800" dirty="0"/>
              <a:t>'</a:t>
            </a:r>
          </a:p>
          <a:p>
            <a:r>
              <a:rPr lang="en-US" altLang="ko-KR" sz="800" dirty="0"/>
              <a:t>SQLCA_NSS_PW = 'nss2109'</a:t>
            </a:r>
          </a:p>
          <a:p>
            <a:r>
              <a:rPr lang="en-US" altLang="ko-KR" sz="800" dirty="0"/>
              <a:t>SQLCA_NSS_IP = '121.141.174.121'</a:t>
            </a:r>
          </a:p>
          <a:p>
            <a:r>
              <a:rPr lang="en-US" altLang="ko-KR" sz="800" dirty="0"/>
              <a:t>SQLCA_NSS_DB = 'KIOSK'</a:t>
            </a:r>
          </a:p>
          <a:p>
            <a:endParaRPr lang="en-US" altLang="ko-KR" sz="800" dirty="0"/>
          </a:p>
          <a:p>
            <a:r>
              <a:rPr lang="en-US" altLang="ko-KR" sz="800" dirty="0"/>
              <a:t>SQLCA_NSS = Create Transaction</a:t>
            </a:r>
          </a:p>
          <a:p>
            <a:r>
              <a:rPr lang="en-US" altLang="ko-KR" sz="800" dirty="0"/>
              <a:t>SQLCA_NSS.DBMS			= "OLE DB"</a:t>
            </a:r>
          </a:p>
          <a:p>
            <a:r>
              <a:rPr lang="en-US" altLang="ko-KR" sz="800" dirty="0" err="1"/>
              <a:t>SQLCA_NSS.LogId</a:t>
            </a:r>
            <a:r>
              <a:rPr lang="en-US" altLang="ko-KR" sz="800" dirty="0"/>
              <a:t>		= SQLCA_NSS_ID</a:t>
            </a:r>
          </a:p>
          <a:p>
            <a:r>
              <a:rPr lang="en-US" altLang="ko-KR" sz="800" dirty="0" err="1"/>
              <a:t>SQLCA_NSS.LogPass</a:t>
            </a:r>
            <a:r>
              <a:rPr lang="en-US" altLang="ko-KR" sz="800" dirty="0"/>
              <a:t>		= SQLCA_NSS_PW</a:t>
            </a:r>
          </a:p>
          <a:p>
            <a:r>
              <a:rPr lang="en-US" altLang="ko-KR" sz="800" dirty="0" err="1"/>
              <a:t>SQLCA_NSS.AutoCommit</a:t>
            </a:r>
            <a:r>
              <a:rPr lang="en-US" altLang="ko-KR" sz="800" dirty="0"/>
              <a:t> = False</a:t>
            </a:r>
          </a:p>
          <a:p>
            <a:r>
              <a:rPr lang="en-US" altLang="ko-KR" sz="800" dirty="0" err="1"/>
              <a:t>ls_DBParm</a:t>
            </a:r>
            <a:r>
              <a:rPr lang="en-US" altLang="ko-KR" sz="800" dirty="0"/>
              <a:t> = "PROVIDER='SQLOLEDB',DATASOURCE='" + SQLCA_NSS_IP + "',</a:t>
            </a:r>
            <a:r>
              <a:rPr lang="en-US" altLang="ko-KR" sz="800" dirty="0" err="1"/>
              <a:t>PBCatalogOwner</a:t>
            </a:r>
            <a:r>
              <a:rPr lang="en-US" altLang="ko-KR" sz="800" dirty="0"/>
              <a:t>='</a:t>
            </a:r>
            <a:r>
              <a:rPr lang="en-US" altLang="ko-KR" sz="800" dirty="0" err="1"/>
              <a:t>dbo</a:t>
            </a:r>
            <a:r>
              <a:rPr lang="en-US" altLang="ko-KR" sz="800" dirty="0"/>
              <a:t>',PROVIDERSTRING='database=" + SQLCA_NSS_DB + "'"</a:t>
            </a:r>
          </a:p>
          <a:p>
            <a:r>
              <a:rPr lang="en-US" altLang="ko-KR" sz="800" dirty="0" err="1"/>
              <a:t>SQLCA_NSS.DBParm</a:t>
            </a:r>
            <a:r>
              <a:rPr lang="en-US" altLang="ko-KR" sz="800" dirty="0"/>
              <a:t> = </a:t>
            </a:r>
            <a:r>
              <a:rPr lang="en-US" altLang="ko-KR" sz="800" dirty="0" err="1"/>
              <a:t>ls_DBParm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CONNECT USING SQLCA_NSS ;</a:t>
            </a:r>
          </a:p>
          <a:p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② </a:t>
            </a:r>
            <a:r>
              <a:rPr lang="ko-KR" altLang="en-US" sz="800" dirty="0"/>
              <a:t>기존 엑셀 다운로드 프로그램에서 사용하는 </a:t>
            </a:r>
            <a:r>
              <a:rPr lang="en-US" altLang="ko-KR" sz="800" dirty="0"/>
              <a:t>SQL </a:t>
            </a:r>
            <a:r>
              <a:rPr lang="ko-KR" altLang="en-US" sz="800" dirty="0" err="1"/>
              <a:t>쿼리문</a:t>
            </a:r>
            <a:endParaRPr lang="ko-KR" altLang="en-US" sz="800" dirty="0"/>
          </a:p>
          <a:p>
            <a:r>
              <a:rPr lang="ko-KR" altLang="en-US" sz="800" dirty="0"/>
              <a:t>   </a:t>
            </a:r>
            <a:r>
              <a:rPr lang="en-US" altLang="ko-KR" sz="800" dirty="0"/>
              <a:t>- </a:t>
            </a:r>
            <a:r>
              <a:rPr lang="ko-KR" altLang="en-US" sz="800" dirty="0"/>
              <a:t>소스 전체가 아닌 </a:t>
            </a:r>
            <a:r>
              <a:rPr lang="en-US" altLang="ko-KR" sz="800" dirty="0"/>
              <a:t>SELECT </a:t>
            </a:r>
            <a:r>
              <a:rPr lang="ko-KR" altLang="en-US" sz="800" dirty="0"/>
              <a:t>쿼리 부분만으로도 충분합니다</a:t>
            </a:r>
          </a:p>
          <a:p>
            <a:endParaRPr lang="ko-KR" altLang="en-US" sz="800" dirty="0"/>
          </a:p>
          <a:p>
            <a:r>
              <a:rPr lang="en-US" altLang="ko-KR" sz="800" dirty="0"/>
              <a:t>SELECT   B.EMR_COMPANY,</a:t>
            </a:r>
          </a:p>
          <a:p>
            <a:r>
              <a:rPr lang="en-US" altLang="ko-KR" sz="800" dirty="0"/>
              <a:t>         B.HOSP_NM, </a:t>
            </a:r>
          </a:p>
          <a:p>
            <a:r>
              <a:rPr lang="en-US" altLang="ko-KR" sz="800" dirty="0"/>
              <a:t>		 A.KIOSK_ID ,</a:t>
            </a:r>
          </a:p>
          <a:p>
            <a:r>
              <a:rPr lang="en-US" altLang="ko-KR" sz="800" dirty="0"/>
              <a:t>		 A.COUNT_DATE,</a:t>
            </a:r>
          </a:p>
          <a:p>
            <a:r>
              <a:rPr lang="en-US" altLang="ko-KR" sz="800" dirty="0"/>
              <a:t>		 SUM(A.COUNT_01) AS '</a:t>
            </a:r>
            <a:r>
              <a:rPr lang="ko-KR" altLang="en-US" sz="800" dirty="0"/>
              <a:t>재진접수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SUM(A.COUNT_02) AS '</a:t>
            </a:r>
            <a:r>
              <a:rPr lang="ko-KR" altLang="en-US" sz="800" dirty="0"/>
              <a:t>도착확인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SUM(A.COUNT_03) AS '</a:t>
            </a:r>
            <a:r>
              <a:rPr lang="ko-KR" altLang="en-US" sz="800" dirty="0"/>
              <a:t>진료예약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SUM(A.COUNT_04) AS '</a:t>
            </a:r>
            <a:r>
              <a:rPr lang="ko-KR" altLang="en-US" sz="800" dirty="0" err="1"/>
              <a:t>진료수납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SUM(A.COUNT_05) AS '</a:t>
            </a:r>
            <a:r>
              <a:rPr lang="ko-KR" altLang="en-US" sz="800" dirty="0"/>
              <a:t>세부내역서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SUM(A.COUNT_06) AS '</a:t>
            </a:r>
            <a:r>
              <a:rPr lang="ko-KR" altLang="en-US" sz="800" dirty="0"/>
              <a:t>번호표발행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SUM(A.COUNT_07) AS '</a:t>
            </a:r>
            <a:r>
              <a:rPr lang="ko-KR" altLang="en-US" sz="800" dirty="0"/>
              <a:t>주차등록</a:t>
            </a:r>
            <a:r>
              <a:rPr lang="en-US" altLang="ko-KR" sz="800" dirty="0"/>
              <a:t>',</a:t>
            </a:r>
          </a:p>
          <a:p>
            <a:r>
              <a:rPr lang="en-US" altLang="ko-KR" sz="800" dirty="0"/>
              <a:t>		 SUM(A.TAMT)		AS '</a:t>
            </a:r>
            <a:r>
              <a:rPr lang="ko-KR" altLang="en-US" sz="800" dirty="0"/>
              <a:t>결제금액</a:t>
            </a:r>
            <a:r>
              <a:rPr lang="en-US" altLang="ko-KR" sz="800" dirty="0"/>
              <a:t>'</a:t>
            </a:r>
          </a:p>
          <a:p>
            <a:r>
              <a:rPr lang="en-US" altLang="ko-KR" sz="800" dirty="0"/>
              <a:t>FROM KIOSK_HOSP_COUNT A, KIOSK_HOSP_INFO B</a:t>
            </a:r>
          </a:p>
          <a:p>
            <a:r>
              <a:rPr lang="en-US" altLang="ko-KR" sz="800" dirty="0"/>
              <a:t>WHERE A.HOSP_CD = B.HOSP_CD</a:t>
            </a:r>
          </a:p>
          <a:p>
            <a:r>
              <a:rPr lang="en-US" altLang="ko-KR" sz="800" dirty="0"/>
              <a:t>AND   A.COUNT_DATE &gt;= '2026-02-01'</a:t>
            </a:r>
          </a:p>
          <a:p>
            <a:r>
              <a:rPr lang="en-US" altLang="ko-KR" sz="800" dirty="0"/>
              <a:t>AND   A.COUNT_DATE &lt;= '2026-02-24'</a:t>
            </a:r>
          </a:p>
          <a:p>
            <a:r>
              <a:rPr lang="en-US" altLang="ko-KR" sz="800" dirty="0"/>
              <a:t>GROUP BY B.EMR_COMPANY,</a:t>
            </a:r>
          </a:p>
          <a:p>
            <a:r>
              <a:rPr lang="en-US" altLang="ko-KR" sz="800" dirty="0"/>
              <a:t>         B.HOSP_NM, </a:t>
            </a:r>
          </a:p>
          <a:p>
            <a:r>
              <a:rPr lang="en-US" altLang="ko-KR" sz="800" dirty="0"/>
              <a:t>		 A.KIOSK_ID,</a:t>
            </a:r>
          </a:p>
          <a:p>
            <a:r>
              <a:rPr lang="en-US" altLang="ko-KR" sz="800" dirty="0"/>
              <a:t>		 A.COUNT_DATE</a:t>
            </a:r>
          </a:p>
          <a:p>
            <a:r>
              <a:rPr lang="en-US" altLang="ko-KR" sz="800" dirty="0"/>
              <a:t>ORDER BY B.EMR_COMPANY,</a:t>
            </a:r>
          </a:p>
          <a:p>
            <a:r>
              <a:rPr lang="en-US" altLang="ko-KR" sz="800" dirty="0"/>
              <a:t>         B.HOSP_NM, </a:t>
            </a:r>
          </a:p>
          <a:p>
            <a:r>
              <a:rPr lang="en-US" altLang="ko-KR" sz="800" dirty="0"/>
              <a:t>		 A.KIOSK_ID,</a:t>
            </a:r>
          </a:p>
          <a:p>
            <a:r>
              <a:rPr lang="en-US" altLang="ko-KR" sz="800" dirty="0"/>
              <a:t>		 A.COUNT_DATE</a:t>
            </a:r>
          </a:p>
          <a:p>
            <a:r>
              <a:rPr lang="ko-KR" altLang="en-US" sz="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70746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D2DE-A85E-4C7D-6707-E1EE8CBF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16DFD4-0B5B-41BB-5535-8A6120BAA780}"/>
              </a:ext>
            </a:extLst>
          </p:cNvPr>
          <p:cNvSpPr txBox="1"/>
          <p:nvPr/>
        </p:nvSpPr>
        <p:spPr>
          <a:xfrm>
            <a:off x="467544" y="332656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③ </a:t>
            </a:r>
            <a:r>
              <a:rPr lang="ko-KR" altLang="en-US" sz="800" dirty="0"/>
              <a:t>부여된 </a:t>
            </a:r>
            <a:r>
              <a:rPr lang="en-US" altLang="ko-KR" sz="800" dirty="0"/>
              <a:t>DB </a:t>
            </a:r>
            <a:r>
              <a:rPr lang="ko-KR" altLang="en-US" sz="800" dirty="0"/>
              <a:t>계정으로 접근 가능한 테이블 목록</a:t>
            </a:r>
          </a:p>
          <a:p>
            <a:r>
              <a:rPr lang="ko-KR" altLang="en-US" sz="800" dirty="0"/>
              <a:t>   </a:t>
            </a:r>
            <a:r>
              <a:rPr lang="en-US" altLang="ko-KR" sz="800" dirty="0"/>
              <a:t>- SHOW GRANTS </a:t>
            </a:r>
            <a:r>
              <a:rPr lang="ko-KR" altLang="en-US" sz="800" dirty="0"/>
              <a:t>또는 테이블 목록 스크린샷으로 주셔도 됩니다	</a:t>
            </a:r>
          </a:p>
        </p:txBody>
      </p:sp>
      <p:pic>
        <p:nvPicPr>
          <p:cNvPr id="4" name="그림 3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4F8827-0128-89E3-9CE6-90565D3A5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3672408" cy="3724275"/>
          </a:xfrm>
          <a:prstGeom prst="rect">
            <a:avLst/>
          </a:prstGeom>
        </p:spPr>
      </p:pic>
      <p:pic>
        <p:nvPicPr>
          <p:cNvPr id="6" name="그림 5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B213BA-B68D-A441-27F5-CB991545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1086523"/>
            <a:ext cx="4514850" cy="3724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92FE5-E93C-C319-FE71-22B4B7B135D0}"/>
              </a:ext>
            </a:extLst>
          </p:cNvPr>
          <p:cNvSpPr txBox="1"/>
          <p:nvPr/>
        </p:nvSpPr>
        <p:spPr>
          <a:xfrm>
            <a:off x="611560" y="714389"/>
            <a:ext cx="1955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KIOSK_HOSP_INFO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27474-BDEE-D4FE-DB8E-171256739BC7}"/>
              </a:ext>
            </a:extLst>
          </p:cNvPr>
          <p:cNvSpPr txBox="1"/>
          <p:nvPr/>
        </p:nvSpPr>
        <p:spPr>
          <a:xfrm>
            <a:off x="4427984" y="714389"/>
            <a:ext cx="217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KIOSK_HOSP_COUNT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44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466</Words>
  <Application>Microsoft Office PowerPoint</Application>
  <PresentationFormat>화면 슬라이드 쇼(4:3)</PresentationFormat>
  <Paragraphs>52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테마</vt:lpstr>
      <vt:lpstr>PowerPoint 프레젠테이션</vt:lpstr>
      <vt:lpstr>PowerPoint 프레젠테이션</vt:lpstr>
    </vt:vector>
  </TitlesOfParts>
  <Company>nss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Blueday</dc:creator>
  <cp:lastModifiedBy>주형 한</cp:lastModifiedBy>
  <cp:revision>15</cp:revision>
  <dcterms:created xsi:type="dcterms:W3CDTF">2020-12-22T00:42:17Z</dcterms:created>
  <dcterms:modified xsi:type="dcterms:W3CDTF">2026-02-24T11:55:42Z</dcterms:modified>
</cp:coreProperties>
</file>